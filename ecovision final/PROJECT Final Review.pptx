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4"/>
  </p:notesMasterIdLst>
  <p:handoutMasterIdLst>
    <p:handoutMasterId r:id="rId15"/>
  </p:handoutMasterIdLst>
  <p:sldIdLst>
    <p:sldId id="1087" r:id="rId3"/>
    <p:sldId id="1533" r:id="rId4"/>
    <p:sldId id="1584" r:id="rId5"/>
    <p:sldId id="1545" r:id="rId6"/>
    <p:sldId id="1544" r:id="rId7"/>
    <p:sldId id="1582" r:id="rId8"/>
    <p:sldId id="1554" r:id="rId9"/>
    <p:sldId id="1585" r:id="rId10"/>
    <p:sldId id="1587" r:id="rId11"/>
    <p:sldId id="1586" r:id="rId12"/>
    <p:sldId id="1532" r:id="rId13"/>
  </p:sldIdLst>
  <p:sldSz cx="12192000" cy="6858000"/>
  <p:notesSz cx="6797675" cy="99250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0" userDrawn="1">
          <p15:clr>
            <a:srgbClr val="A4A3A4"/>
          </p15:clr>
        </p15:guide>
        <p15:guide id="2" pos="391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A3A3"/>
    <a:srgbClr val="3333FF"/>
    <a:srgbClr val="FFFFFF"/>
    <a:srgbClr val="2F2A96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7FAC7B-FDB8-40BF-9BCB-A0AF7BC816FE}" v="53" dt="2026-04-21T15:40:22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50" autoAdjust="0"/>
    <p:restoredTop sz="96831" autoAdjust="0"/>
  </p:normalViewPr>
  <p:slideViewPr>
    <p:cSldViewPr showGuides="1">
      <p:cViewPr varScale="1">
        <p:scale>
          <a:sx n="62" d="100"/>
          <a:sy n="62" d="100"/>
        </p:scale>
        <p:origin x="780" y="44"/>
      </p:cViewPr>
      <p:guideLst>
        <p:guide orient="horz" pos="2040"/>
        <p:guide pos="3915"/>
      </p:guideLst>
    </p:cSldViewPr>
  </p:slideViewPr>
  <p:outlineViewPr>
    <p:cViewPr>
      <p:scale>
        <a:sx n="33" d="100"/>
        <a:sy n="33" d="100"/>
      </p:scale>
      <p:origin x="0" y="122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feofteen123@outlook.com" userId="7d3802e583a7040d" providerId="LiveId" clId="{61F1B200-CB15-4C71-9B9A-DA8AF63EA517}"/>
    <pc:docChg chg="modSld">
      <pc:chgData name="lifeofteen123@outlook.com" userId="7d3802e583a7040d" providerId="LiveId" clId="{61F1B200-CB15-4C71-9B9A-DA8AF63EA517}" dt="2026-04-22T08:19:52.423" v="1" actId="20577"/>
      <pc:docMkLst>
        <pc:docMk/>
      </pc:docMkLst>
      <pc:sldChg chg="modSp mod">
        <pc:chgData name="lifeofteen123@outlook.com" userId="7d3802e583a7040d" providerId="LiveId" clId="{61F1B200-CB15-4C71-9B9A-DA8AF63EA517}" dt="2026-04-22T08:19:52.423" v="1" actId="20577"/>
        <pc:sldMkLst>
          <pc:docMk/>
          <pc:sldMk cId="982089829" sldId="1554"/>
        </pc:sldMkLst>
        <pc:spChg chg="mod">
          <ac:chgData name="lifeofteen123@outlook.com" userId="7d3802e583a7040d" providerId="LiveId" clId="{61F1B200-CB15-4C71-9B9A-DA8AF63EA517}" dt="2026-04-22T08:19:52.423" v="1" actId="20577"/>
          <ac:spMkLst>
            <pc:docMk/>
            <pc:sldMk cId="982089829" sldId="1554"/>
            <ac:spMk id="6" creationId="{7D01FC6E-DFF6-B865-506C-D7C8DFF1BED5}"/>
          </ac:spMkLst>
        </pc:spChg>
      </pc:sldChg>
    </pc:docChg>
  </pc:docChgLst>
  <pc:docChgLst>
    <pc:chgData name="Pooja R" userId="e64c6bd1a6cde199" providerId="LiveId" clId="{3A5C6426-D51C-41E8-B41F-C9B30C41AD5A}"/>
    <pc:docChg chg="undo redo custSel addSld delSld modSld">
      <pc:chgData name="Pooja R" userId="e64c6bd1a6cde199" providerId="LiveId" clId="{3A5C6426-D51C-41E8-B41F-C9B30C41AD5A}" dt="2026-04-21T15:44:47.572" v="744" actId="14100"/>
      <pc:docMkLst>
        <pc:docMk/>
      </pc:docMkLst>
      <pc:sldChg chg="delSp modSp mod">
        <pc:chgData name="Pooja R" userId="e64c6bd1a6cde199" providerId="LiveId" clId="{3A5C6426-D51C-41E8-B41F-C9B30C41AD5A}" dt="2026-04-19T17:30:00.840" v="668" actId="21"/>
        <pc:sldMkLst>
          <pc:docMk/>
          <pc:sldMk cId="0" sldId="1087"/>
        </pc:sldMkLst>
        <pc:spChg chg="mod">
          <ac:chgData name="Pooja R" userId="e64c6bd1a6cde199" providerId="LiveId" clId="{3A5C6426-D51C-41E8-B41F-C9B30C41AD5A}" dt="2026-04-19T17:29:29.113" v="666" actId="20577"/>
          <ac:spMkLst>
            <pc:docMk/>
            <pc:sldMk cId="0" sldId="1087"/>
            <ac:spMk id="15" creationId="{00000000-0000-0000-0000-000000000000}"/>
          </ac:spMkLst>
        </pc:spChg>
      </pc:sldChg>
      <pc:sldChg chg="modSp mod">
        <pc:chgData name="Pooja R" userId="e64c6bd1a6cde199" providerId="LiveId" clId="{3A5C6426-D51C-41E8-B41F-C9B30C41AD5A}" dt="2026-04-19T17:25:25.140" v="549" actId="14100"/>
        <pc:sldMkLst>
          <pc:docMk/>
          <pc:sldMk cId="0" sldId="1532"/>
        </pc:sldMkLst>
        <pc:spChg chg="mod">
          <ac:chgData name="Pooja R" userId="e64c6bd1a6cde199" providerId="LiveId" clId="{3A5C6426-D51C-41E8-B41F-C9B30C41AD5A}" dt="2026-04-19T17:25:25.140" v="549" actId="14100"/>
          <ac:spMkLst>
            <pc:docMk/>
            <pc:sldMk cId="0" sldId="1532"/>
            <ac:spMk id="3" creationId="{00000000-0000-0000-0000-000000000000}"/>
          </ac:spMkLst>
        </pc:spChg>
      </pc:sldChg>
      <pc:sldChg chg="modSp mod">
        <pc:chgData name="Pooja R" userId="e64c6bd1a6cde199" providerId="LiveId" clId="{3A5C6426-D51C-41E8-B41F-C9B30C41AD5A}" dt="2026-04-19T17:15:53.611" v="442" actId="1076"/>
        <pc:sldMkLst>
          <pc:docMk/>
          <pc:sldMk cId="0" sldId="1533"/>
        </pc:sldMkLst>
        <pc:spChg chg="mod">
          <ac:chgData name="Pooja R" userId="e64c6bd1a6cde199" providerId="LiveId" clId="{3A5C6426-D51C-41E8-B41F-C9B30C41AD5A}" dt="2026-04-19T17:15:31.527" v="439" actId="2711"/>
          <ac:spMkLst>
            <pc:docMk/>
            <pc:sldMk cId="0" sldId="1533"/>
            <ac:spMk id="3" creationId="{00000000-0000-0000-0000-000000000000}"/>
          </ac:spMkLst>
        </pc:spChg>
        <pc:spChg chg="mod">
          <ac:chgData name="Pooja R" userId="e64c6bd1a6cde199" providerId="LiveId" clId="{3A5C6426-D51C-41E8-B41F-C9B30C41AD5A}" dt="2026-04-19T17:15:53.611" v="442" actId="1076"/>
          <ac:spMkLst>
            <pc:docMk/>
            <pc:sldMk cId="0" sldId="1533"/>
            <ac:spMk id="4" creationId="{00000000-0000-0000-0000-000000000000}"/>
          </ac:spMkLst>
        </pc:spChg>
      </pc:sldChg>
      <pc:sldChg chg="addSp delSp modSp mod">
        <pc:chgData name="Pooja R" userId="e64c6bd1a6cde199" providerId="LiveId" clId="{3A5C6426-D51C-41E8-B41F-C9B30C41AD5A}" dt="2026-04-19T17:22:26.233" v="529" actId="12"/>
        <pc:sldMkLst>
          <pc:docMk/>
          <pc:sldMk cId="1809032915" sldId="1544"/>
        </pc:sldMkLst>
        <pc:spChg chg="mod">
          <ac:chgData name="Pooja R" userId="e64c6bd1a6cde199" providerId="LiveId" clId="{3A5C6426-D51C-41E8-B41F-C9B30C41AD5A}" dt="2026-04-19T17:03:37.243" v="271" actId="2711"/>
          <ac:spMkLst>
            <pc:docMk/>
            <pc:sldMk cId="1809032915" sldId="1544"/>
            <ac:spMk id="3" creationId="{00000000-0000-0000-0000-000000000000}"/>
          </ac:spMkLst>
        </pc:spChg>
        <pc:spChg chg="add mod">
          <ac:chgData name="Pooja R" userId="e64c6bd1a6cde199" providerId="LiveId" clId="{3A5C6426-D51C-41E8-B41F-C9B30C41AD5A}" dt="2026-04-19T17:22:26.233" v="529" actId="12"/>
          <ac:spMkLst>
            <pc:docMk/>
            <pc:sldMk cId="1809032915" sldId="1544"/>
            <ac:spMk id="8" creationId="{285C5AD7-B5FF-7DB7-3988-E71DC695E97F}"/>
          </ac:spMkLst>
        </pc:spChg>
        <pc:picChg chg="add mod">
          <ac:chgData name="Pooja R" userId="e64c6bd1a6cde199" providerId="LiveId" clId="{3A5C6426-D51C-41E8-B41F-C9B30C41AD5A}" dt="2026-04-19T17:03:26.092" v="270" actId="1076"/>
          <ac:picMkLst>
            <pc:docMk/>
            <pc:sldMk cId="1809032915" sldId="1544"/>
            <ac:picMk id="6" creationId="{EFBE684B-8889-C09F-E7A3-DF2D4C2B6589}"/>
          </ac:picMkLst>
        </pc:picChg>
      </pc:sldChg>
      <pc:sldChg chg="addSp delSp modSp mod">
        <pc:chgData name="Pooja R" userId="e64c6bd1a6cde199" providerId="LiveId" clId="{3A5C6426-D51C-41E8-B41F-C9B30C41AD5A}" dt="2026-04-19T17:17:02.097" v="471" actId="5793"/>
        <pc:sldMkLst>
          <pc:docMk/>
          <pc:sldMk cId="3549814004" sldId="1545"/>
        </pc:sldMkLst>
        <pc:spChg chg="mod">
          <ac:chgData name="Pooja R" userId="e64c6bd1a6cde199" providerId="LiveId" clId="{3A5C6426-D51C-41E8-B41F-C9B30C41AD5A}" dt="2026-04-19T16:18:01.224" v="222" actId="2711"/>
          <ac:spMkLst>
            <pc:docMk/>
            <pc:sldMk cId="3549814004" sldId="1545"/>
            <ac:spMk id="3" creationId="{00000000-0000-0000-0000-000000000000}"/>
          </ac:spMkLst>
        </pc:spChg>
        <pc:spChg chg="add mod">
          <ac:chgData name="Pooja R" userId="e64c6bd1a6cde199" providerId="LiveId" clId="{3A5C6426-D51C-41E8-B41F-C9B30C41AD5A}" dt="2026-04-19T17:17:02.097" v="471" actId="5793"/>
          <ac:spMkLst>
            <pc:docMk/>
            <pc:sldMk cId="3549814004" sldId="1545"/>
            <ac:spMk id="9" creationId="{E78C32F8-F7BD-8EF1-D97E-F33A5DF38D97}"/>
          </ac:spMkLst>
        </pc:spChg>
      </pc:sldChg>
      <pc:sldChg chg="addSp delSp modSp mod">
        <pc:chgData name="Pooja R" userId="e64c6bd1a6cde199" providerId="LiveId" clId="{3A5C6426-D51C-41E8-B41F-C9B30C41AD5A}" dt="2026-04-19T17:19:56.622" v="495" actId="1076"/>
        <pc:sldMkLst>
          <pc:docMk/>
          <pc:sldMk cId="982089829" sldId="1554"/>
        </pc:sldMkLst>
        <pc:spChg chg="add mod">
          <ac:chgData name="Pooja R" userId="e64c6bd1a6cde199" providerId="LiveId" clId="{3A5C6426-D51C-41E8-B41F-C9B30C41AD5A}" dt="2026-04-19T17:09:39.743" v="305" actId="207"/>
          <ac:spMkLst>
            <pc:docMk/>
            <pc:sldMk cId="982089829" sldId="1554"/>
            <ac:spMk id="4" creationId="{613D694C-D4D5-E838-8E0F-B38488E2351D}"/>
          </ac:spMkLst>
        </pc:spChg>
        <pc:spChg chg="add mod">
          <ac:chgData name="Pooja R" userId="e64c6bd1a6cde199" providerId="LiveId" clId="{3A5C6426-D51C-41E8-B41F-C9B30C41AD5A}" dt="2026-04-19T17:19:56.622" v="495" actId="1076"/>
          <ac:spMkLst>
            <pc:docMk/>
            <pc:sldMk cId="982089829" sldId="1554"/>
            <ac:spMk id="6" creationId="{7D01FC6E-DFF6-B865-506C-D7C8DFF1BED5}"/>
          </ac:spMkLst>
        </pc:spChg>
      </pc:sldChg>
      <pc:sldChg chg="addSp delSp modSp mod">
        <pc:chgData name="Pooja R" userId="e64c6bd1a6cde199" providerId="LiveId" clId="{3A5C6426-D51C-41E8-B41F-C9B30C41AD5A}" dt="2026-04-19T17:12:06.747" v="341" actId="20577"/>
        <pc:sldMkLst>
          <pc:docMk/>
          <pc:sldMk cId="4141747349" sldId="1582"/>
        </pc:sldMkLst>
        <pc:spChg chg="add mod">
          <ac:chgData name="Pooja R" userId="e64c6bd1a6cde199" providerId="LiveId" clId="{3A5C6426-D51C-41E8-B41F-C9B30C41AD5A}" dt="2026-04-19T17:10:50.648" v="324" actId="14100"/>
          <ac:spMkLst>
            <pc:docMk/>
            <pc:sldMk cId="4141747349" sldId="1582"/>
            <ac:spMk id="6" creationId="{F81991B9-394A-BC29-C4AC-8720678B327E}"/>
          </ac:spMkLst>
        </pc:spChg>
        <pc:spChg chg="add mod">
          <ac:chgData name="Pooja R" userId="e64c6bd1a6cde199" providerId="LiveId" clId="{3A5C6426-D51C-41E8-B41F-C9B30C41AD5A}" dt="2026-04-19T17:12:06.747" v="341" actId="20577"/>
          <ac:spMkLst>
            <pc:docMk/>
            <pc:sldMk cId="4141747349" sldId="1582"/>
            <ac:spMk id="9" creationId="{9742BB77-D16B-68F8-0F0A-D002E486F143}"/>
          </ac:spMkLst>
        </pc:spChg>
      </pc:sldChg>
      <pc:sldChg chg="addSp modSp mod">
        <pc:chgData name="Pooja R" userId="e64c6bd1a6cde199" providerId="LiveId" clId="{3A5C6426-D51C-41E8-B41F-C9B30C41AD5A}" dt="2026-04-19T17:35:19.760" v="693" actId="14100"/>
        <pc:sldMkLst>
          <pc:docMk/>
          <pc:sldMk cId="1388351792" sldId="1584"/>
        </pc:sldMkLst>
        <pc:spChg chg="mod">
          <ac:chgData name="Pooja R" userId="e64c6bd1a6cde199" providerId="LiveId" clId="{3A5C6426-D51C-41E8-B41F-C9B30C41AD5A}" dt="2026-04-19T16:12:46.974" v="23" actId="1076"/>
          <ac:spMkLst>
            <pc:docMk/>
            <pc:sldMk cId="1388351792" sldId="1584"/>
            <ac:spMk id="2" creationId="{2DAE5D3D-C589-A7E2-437D-7536E8A21667}"/>
          </ac:spMkLst>
        </pc:spChg>
        <pc:spChg chg="mod">
          <ac:chgData name="Pooja R" userId="e64c6bd1a6cde199" providerId="LiveId" clId="{3A5C6426-D51C-41E8-B41F-C9B30C41AD5A}" dt="2026-04-19T17:35:19.760" v="693" actId="14100"/>
          <ac:spMkLst>
            <pc:docMk/>
            <pc:sldMk cId="1388351792" sldId="1584"/>
            <ac:spMk id="3" creationId="{C36F1363-6BDA-FCBC-66D7-4CDD3054D21A}"/>
          </ac:spMkLst>
        </pc:spChg>
        <pc:picChg chg="add mod modCrop">
          <ac:chgData name="Pooja R" userId="e64c6bd1a6cde199" providerId="LiveId" clId="{3A5C6426-D51C-41E8-B41F-C9B30C41AD5A}" dt="2026-04-19T17:35:12.466" v="692" actId="14100"/>
          <ac:picMkLst>
            <pc:docMk/>
            <pc:sldMk cId="1388351792" sldId="1584"/>
            <ac:picMk id="6" creationId="{0C7D08BD-4A72-C4FE-F095-D713B00C5BCA}"/>
          </ac:picMkLst>
        </pc:picChg>
      </pc:sldChg>
      <pc:sldChg chg="addSp delSp modSp mod">
        <pc:chgData name="Pooja R" userId="e64c6bd1a6cde199" providerId="LiveId" clId="{3A5C6426-D51C-41E8-B41F-C9B30C41AD5A}" dt="2026-04-21T15:44:47.572" v="744" actId="14100"/>
        <pc:sldMkLst>
          <pc:docMk/>
          <pc:sldMk cId="4130946431" sldId="1585"/>
        </pc:sldMkLst>
        <pc:spChg chg="mod">
          <ac:chgData name="Pooja R" userId="e64c6bd1a6cde199" providerId="LiveId" clId="{3A5C6426-D51C-41E8-B41F-C9B30C41AD5A}" dt="2026-04-21T15:44:21.400" v="739" actId="14100"/>
          <ac:spMkLst>
            <pc:docMk/>
            <pc:sldMk cId="4130946431" sldId="1585"/>
            <ac:spMk id="2" creationId="{3D8304C1-BA57-0CA3-0764-6E3E89956BB0}"/>
          </ac:spMkLst>
        </pc:spChg>
        <pc:spChg chg="del mod">
          <ac:chgData name="Pooja R" userId="e64c6bd1a6cde199" providerId="LiveId" clId="{3A5C6426-D51C-41E8-B41F-C9B30C41AD5A}" dt="2026-04-21T15:30:15.410" v="694"/>
          <ac:spMkLst>
            <pc:docMk/>
            <pc:sldMk cId="4130946431" sldId="1585"/>
            <ac:spMk id="3" creationId="{DDDEB4DC-2D9F-798D-9C28-AEF49AB227AD}"/>
          </ac:spMkLst>
        </pc:spChg>
        <pc:spChg chg="add del mod">
          <ac:chgData name="Pooja R" userId="e64c6bd1a6cde199" providerId="LiveId" clId="{3A5C6426-D51C-41E8-B41F-C9B30C41AD5A}" dt="2026-04-21T15:30:20.678" v="696"/>
          <ac:spMkLst>
            <pc:docMk/>
            <pc:sldMk cId="4130946431" sldId="1585"/>
            <ac:spMk id="5" creationId="{2DADDC7D-6807-3C0E-4407-7DB5918B4E30}"/>
          </ac:spMkLst>
        </pc:spChg>
        <pc:spChg chg="add del mod">
          <ac:chgData name="Pooja R" userId="e64c6bd1a6cde199" providerId="LiveId" clId="{3A5C6426-D51C-41E8-B41F-C9B30C41AD5A}" dt="2026-04-21T15:30:32.773" v="697"/>
          <ac:spMkLst>
            <pc:docMk/>
            <pc:sldMk cId="4130946431" sldId="1585"/>
            <ac:spMk id="6" creationId="{75F8094E-63A9-C6FA-13D8-247007A1DC33}"/>
          </ac:spMkLst>
        </pc:spChg>
        <pc:spChg chg="add del mod">
          <ac:chgData name="Pooja R" userId="e64c6bd1a6cde199" providerId="LiveId" clId="{3A5C6426-D51C-41E8-B41F-C9B30C41AD5A}" dt="2026-04-21T15:30:41.752" v="698" actId="21"/>
          <ac:spMkLst>
            <pc:docMk/>
            <pc:sldMk cId="4130946431" sldId="1585"/>
            <ac:spMk id="7" creationId="{0212C639-185A-8E53-A980-8FCB34621AF0}"/>
          </ac:spMkLst>
        </pc:spChg>
        <pc:spChg chg="add">
          <ac:chgData name="Pooja R" userId="e64c6bd1a6cde199" providerId="LiveId" clId="{3A5C6426-D51C-41E8-B41F-C9B30C41AD5A}" dt="2026-04-21T15:35:54.600" v="699"/>
          <ac:spMkLst>
            <pc:docMk/>
            <pc:sldMk cId="4130946431" sldId="1585"/>
            <ac:spMk id="8" creationId="{33772100-CEEE-9854-42F4-6975B00C57A1}"/>
          </ac:spMkLst>
        </pc:spChg>
        <pc:spChg chg="add">
          <ac:chgData name="Pooja R" userId="e64c6bd1a6cde199" providerId="LiveId" clId="{3A5C6426-D51C-41E8-B41F-C9B30C41AD5A}" dt="2026-04-21T15:37:20.813" v="704"/>
          <ac:spMkLst>
            <pc:docMk/>
            <pc:sldMk cId="4130946431" sldId="1585"/>
            <ac:spMk id="10" creationId="{8471F4AF-2703-68EC-29E5-E90A5D39270E}"/>
          </ac:spMkLst>
        </pc:spChg>
        <pc:spChg chg="add">
          <ac:chgData name="Pooja R" userId="e64c6bd1a6cde199" providerId="LiveId" clId="{3A5C6426-D51C-41E8-B41F-C9B30C41AD5A}" dt="2026-04-21T15:38:28.060" v="714"/>
          <ac:spMkLst>
            <pc:docMk/>
            <pc:sldMk cId="4130946431" sldId="1585"/>
            <ac:spMk id="12" creationId="{D5C924A1-94EC-9452-16DA-44E5CB8613D9}"/>
          </ac:spMkLst>
        </pc:spChg>
        <pc:picChg chg="add mod">
          <ac:chgData name="Pooja R" userId="e64c6bd1a6cde199" providerId="LiveId" clId="{3A5C6426-D51C-41E8-B41F-C9B30C41AD5A}" dt="2026-04-21T15:44:47.572" v="744" actId="14100"/>
          <ac:picMkLst>
            <pc:docMk/>
            <pc:sldMk cId="4130946431" sldId="1585"/>
            <ac:picMk id="9" creationId="{9FEF7423-BCE9-B6C8-2BFE-CD0730AA2E5B}"/>
          </ac:picMkLst>
        </pc:picChg>
        <pc:picChg chg="add mod">
          <ac:chgData name="Pooja R" userId="e64c6bd1a6cde199" providerId="LiveId" clId="{3A5C6426-D51C-41E8-B41F-C9B30C41AD5A}" dt="2026-04-21T15:44:40.847" v="743" actId="14100"/>
          <ac:picMkLst>
            <pc:docMk/>
            <pc:sldMk cId="4130946431" sldId="1585"/>
            <ac:picMk id="11" creationId="{A6CFC7D5-12EF-3142-CA56-E68B1AF968AC}"/>
          </ac:picMkLst>
        </pc:picChg>
        <pc:picChg chg="add del mod">
          <ac:chgData name="Pooja R" userId="e64c6bd1a6cde199" providerId="LiveId" clId="{3A5C6426-D51C-41E8-B41F-C9B30C41AD5A}" dt="2026-04-21T15:44:10.823" v="738" actId="21"/>
          <ac:picMkLst>
            <pc:docMk/>
            <pc:sldMk cId="4130946431" sldId="1585"/>
            <ac:picMk id="13" creationId="{10674F5D-AE4B-8604-2D58-C15FAFD6F94C}"/>
          </ac:picMkLst>
        </pc:picChg>
      </pc:sldChg>
      <pc:sldChg chg="addSp delSp modSp mod">
        <pc:chgData name="Pooja R" userId="e64c6bd1a6cde199" providerId="LiveId" clId="{3A5C6426-D51C-41E8-B41F-C9B30C41AD5A}" dt="2026-04-19T17:25:01.902" v="546" actId="5793"/>
        <pc:sldMkLst>
          <pc:docMk/>
          <pc:sldMk cId="437475462" sldId="1586"/>
        </pc:sldMkLst>
        <pc:spChg chg="mod">
          <ac:chgData name="Pooja R" userId="e64c6bd1a6cde199" providerId="LiveId" clId="{3A5C6426-D51C-41E8-B41F-C9B30C41AD5A}" dt="2026-04-19T17:20:52.991" v="522" actId="1076"/>
          <ac:spMkLst>
            <pc:docMk/>
            <pc:sldMk cId="437475462" sldId="1586"/>
            <ac:spMk id="2" creationId="{21AFA4CD-A078-9F64-02A5-E15B582FA0FE}"/>
          </ac:spMkLst>
        </pc:spChg>
        <pc:spChg chg="add mod">
          <ac:chgData name="Pooja R" userId="e64c6bd1a6cde199" providerId="LiveId" clId="{3A5C6426-D51C-41E8-B41F-C9B30C41AD5A}" dt="2026-04-19T17:25:01.902" v="546" actId="5793"/>
          <ac:spMkLst>
            <pc:docMk/>
            <pc:sldMk cId="437475462" sldId="1586"/>
            <ac:spMk id="5" creationId="{C9F32859-B104-DFA2-F8AF-4BD2004DC7D1}"/>
          </ac:spMkLst>
        </pc:spChg>
      </pc:sldChg>
      <pc:sldChg chg="addSp delSp modSp new mod">
        <pc:chgData name="Pooja R" userId="e64c6bd1a6cde199" providerId="LiveId" clId="{3A5C6426-D51C-41E8-B41F-C9B30C41AD5A}" dt="2026-04-21T15:42:55.543" v="737" actId="14100"/>
        <pc:sldMkLst>
          <pc:docMk/>
          <pc:sldMk cId="3006394675" sldId="1587"/>
        </pc:sldMkLst>
        <pc:spChg chg="del">
          <ac:chgData name="Pooja R" userId="e64c6bd1a6cde199" providerId="LiveId" clId="{3A5C6426-D51C-41E8-B41F-C9B30C41AD5A}" dt="2026-04-21T15:42:14.426" v="728" actId="21"/>
          <ac:spMkLst>
            <pc:docMk/>
            <pc:sldMk cId="3006394675" sldId="1587"/>
            <ac:spMk id="2" creationId="{D9BDCEE4-EFB9-5DCB-9073-6942AD50A39B}"/>
          </ac:spMkLst>
        </pc:spChg>
        <pc:spChg chg="del">
          <ac:chgData name="Pooja R" userId="e64c6bd1a6cde199" providerId="LiveId" clId="{3A5C6426-D51C-41E8-B41F-C9B30C41AD5A}" dt="2026-04-21T15:38:59.977" v="719" actId="21"/>
          <ac:spMkLst>
            <pc:docMk/>
            <pc:sldMk cId="3006394675" sldId="1587"/>
            <ac:spMk id="3" creationId="{4D093A36-FAFA-6BCB-A536-717CA3D62442}"/>
          </ac:spMkLst>
        </pc:spChg>
        <pc:spChg chg="add">
          <ac:chgData name="Pooja R" userId="e64c6bd1a6cde199" providerId="LiveId" clId="{3A5C6426-D51C-41E8-B41F-C9B30C41AD5A}" dt="2026-04-21T15:39:51.598" v="725"/>
          <ac:spMkLst>
            <pc:docMk/>
            <pc:sldMk cId="3006394675" sldId="1587"/>
            <ac:spMk id="6" creationId="{3D4700F8-D38B-9E52-3A34-6E3065F29CFF}"/>
          </ac:spMkLst>
        </pc:spChg>
        <pc:picChg chg="add mod">
          <ac:chgData name="Pooja R" userId="e64c6bd1a6cde199" providerId="LiveId" clId="{3A5C6426-D51C-41E8-B41F-C9B30C41AD5A}" dt="2026-04-21T15:42:55.543" v="737" actId="14100"/>
          <ac:picMkLst>
            <pc:docMk/>
            <pc:sldMk cId="3006394675" sldId="1587"/>
            <ac:picMk id="5" creationId="{136B722B-8183-5CF6-11F8-CDBCB7CDC2C3}"/>
          </ac:picMkLst>
        </pc:picChg>
        <pc:picChg chg="add mod">
          <ac:chgData name="Pooja R" userId="e64c6bd1a6cde199" providerId="LiveId" clId="{3A5C6426-D51C-41E8-B41F-C9B30C41AD5A}" dt="2026-04-21T15:42:46.017" v="735" actId="14100"/>
          <ac:picMkLst>
            <pc:docMk/>
            <pc:sldMk cId="3006394675" sldId="1587"/>
            <ac:picMk id="7" creationId="{9BEA4939-9F63-C9BE-21D6-629C1C83904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6ACCF03-A5CB-47D0-9AB4-25B70ACB6065}" type="datetimeFigureOut">
              <a:rPr lang="en-US"/>
              <a:pPr>
                <a:defRPr/>
              </a:pPr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E224FC2D-499D-4977-AD6E-DFE5C44AFD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5261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AF7606F-A96F-45CA-A7F5-C475331DE1F0}" type="datetimeFigureOut">
              <a:rPr lang="en-US"/>
              <a:pPr>
                <a:defRPr/>
              </a:pPr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F6E767B-C300-4C47-9C50-417379AE6B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254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B8E15B0-26B5-498B-9E65-AE969828653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BC8E-BCA1-40B6-9A00-F48178FC3A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BC8E-BCA1-40B6-9A00-F48178FC3A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BC8E-BCA1-40B6-9A00-F48178FC3A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BC8E-BCA1-40B6-9A00-F48178FC3A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BC8E-BCA1-40B6-9A00-F48178FC3A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BC8E-BCA1-40B6-9A00-F48178FC3A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BC8E-BCA1-40B6-9A00-F48178FC3A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BC8E-BCA1-40B6-9A00-F48178FC3A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BC8E-BCA1-40B6-9A00-F48178FC3A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BC8E-BCA1-40B6-9A00-F48178FC3A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BC8E-BCA1-40B6-9A00-F48178FC3A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 userDrawn="1"/>
        </p:nvCxnSpPr>
        <p:spPr>
          <a:xfrm flipH="1">
            <a:off x="914400" y="6492875"/>
            <a:ext cx="1068228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 userDrawn="1"/>
        </p:nvSpPr>
        <p:spPr>
          <a:xfrm>
            <a:off x="0" y="4"/>
            <a:ext cx="12192000" cy="66675"/>
          </a:xfrm>
          <a:prstGeom prst="rect">
            <a:avLst/>
          </a:prstGeom>
          <a:solidFill>
            <a:srgbClr val="C43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4" name="Freeform 6"/>
          <p:cNvSpPr>
            <a:spLocks noChangeAspect="1"/>
          </p:cNvSpPr>
          <p:nvPr userDrawn="1"/>
        </p:nvSpPr>
        <p:spPr bwMode="auto">
          <a:xfrm>
            <a:off x="3" y="190500"/>
            <a:ext cx="779463" cy="476250"/>
          </a:xfrm>
          <a:custGeom>
            <a:avLst/>
            <a:gdLst>
              <a:gd name="T0" fmla="*/ 2147483646 w 708"/>
              <a:gd name="T1" fmla="*/ 0 h 432"/>
              <a:gd name="T2" fmla="*/ 0 w 708"/>
              <a:gd name="T3" fmla="*/ 0 h 432"/>
              <a:gd name="T4" fmla="*/ 0 w 708"/>
              <a:gd name="T5" fmla="*/ 2147483646 h 432"/>
              <a:gd name="T6" fmla="*/ 0 w 708"/>
              <a:gd name="T7" fmla="*/ 2147483646 h 432"/>
              <a:gd name="T8" fmla="*/ 2147483646 w 708"/>
              <a:gd name="T9" fmla="*/ 2147483646 h 432"/>
              <a:gd name="T10" fmla="*/ 2147483646 w 708"/>
              <a:gd name="T11" fmla="*/ 0 h 4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08" h="432">
                <a:moveTo>
                  <a:pt x="381" y="0"/>
                </a:moveTo>
                <a:lnTo>
                  <a:pt x="0" y="0"/>
                </a:lnTo>
                <a:lnTo>
                  <a:pt x="0" y="379"/>
                </a:lnTo>
                <a:lnTo>
                  <a:pt x="0" y="432"/>
                </a:lnTo>
                <a:lnTo>
                  <a:pt x="708" y="432"/>
                </a:lnTo>
                <a:lnTo>
                  <a:pt x="381" y="0"/>
                </a:lnTo>
                <a:close/>
              </a:path>
            </a:pathLst>
          </a:custGeom>
          <a:solidFill>
            <a:srgbClr val="F18B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Freeform 14"/>
          <p:cNvSpPr/>
          <p:nvPr userDrawn="1"/>
        </p:nvSpPr>
        <p:spPr bwMode="auto">
          <a:xfrm>
            <a:off x="574676" y="190500"/>
            <a:ext cx="679451" cy="609600"/>
          </a:xfrm>
          <a:custGeom>
            <a:avLst/>
            <a:gdLst>
              <a:gd name="T0" fmla="*/ 158 w 553"/>
              <a:gd name="T1" fmla="*/ 0 h 496"/>
              <a:gd name="T2" fmla="*/ 0 w 553"/>
              <a:gd name="T3" fmla="*/ 0 h 496"/>
              <a:gd name="T4" fmla="*/ 395 w 553"/>
              <a:gd name="T5" fmla="*/ 496 h 496"/>
              <a:gd name="T6" fmla="*/ 553 w 553"/>
              <a:gd name="T7" fmla="*/ 496 h 496"/>
              <a:gd name="T8" fmla="*/ 158 w 553"/>
              <a:gd name="T9" fmla="*/ 0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3" h="496">
                <a:moveTo>
                  <a:pt x="158" y="0"/>
                </a:moveTo>
                <a:lnTo>
                  <a:pt x="0" y="0"/>
                </a:lnTo>
                <a:lnTo>
                  <a:pt x="395" y="496"/>
                </a:lnTo>
                <a:lnTo>
                  <a:pt x="553" y="496"/>
                </a:lnTo>
                <a:lnTo>
                  <a:pt x="158" y="0"/>
                </a:lnTo>
                <a:close/>
              </a:path>
            </a:pathLst>
          </a:custGeom>
          <a:solidFill>
            <a:schemeClr val="bg1">
              <a:lumMod val="50000"/>
              <a:alpha val="40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+mn-lt"/>
            </a:endParaRPr>
          </a:p>
        </p:txBody>
      </p:sp>
      <p:sp>
        <p:nvSpPr>
          <p:cNvPr id="6" name="Freeform 6"/>
          <p:cNvSpPr>
            <a:spLocks noChangeAspect="1"/>
          </p:cNvSpPr>
          <p:nvPr userDrawn="1"/>
        </p:nvSpPr>
        <p:spPr bwMode="auto">
          <a:xfrm>
            <a:off x="11596690" y="6483350"/>
            <a:ext cx="615951" cy="374650"/>
          </a:xfrm>
          <a:custGeom>
            <a:avLst/>
            <a:gdLst>
              <a:gd name="T0" fmla="*/ 2147483646 w 708"/>
              <a:gd name="T1" fmla="*/ 0 h 432"/>
              <a:gd name="T2" fmla="*/ 0 w 708"/>
              <a:gd name="T3" fmla="*/ 0 h 432"/>
              <a:gd name="T4" fmla="*/ 0 w 708"/>
              <a:gd name="T5" fmla="*/ 2147483646 h 432"/>
              <a:gd name="T6" fmla="*/ 0 w 708"/>
              <a:gd name="T7" fmla="*/ 2147483646 h 432"/>
              <a:gd name="T8" fmla="*/ 2147483646 w 708"/>
              <a:gd name="T9" fmla="*/ 2147483646 h 432"/>
              <a:gd name="T10" fmla="*/ 2147483646 w 708"/>
              <a:gd name="T11" fmla="*/ 0 h 4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08" h="432">
                <a:moveTo>
                  <a:pt x="381" y="0"/>
                </a:moveTo>
                <a:lnTo>
                  <a:pt x="0" y="0"/>
                </a:lnTo>
                <a:lnTo>
                  <a:pt x="0" y="379"/>
                </a:lnTo>
                <a:lnTo>
                  <a:pt x="0" y="432"/>
                </a:lnTo>
                <a:lnTo>
                  <a:pt x="708" y="432"/>
                </a:lnTo>
                <a:lnTo>
                  <a:pt x="381" y="0"/>
                </a:lnTo>
                <a:close/>
              </a:path>
            </a:pathLst>
          </a:custGeom>
          <a:solidFill>
            <a:srgbClr val="F18B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61790-A6FA-4346-8134-328253751AB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5798" y="0"/>
            <a:ext cx="10515600" cy="1325563"/>
          </a:xfrm>
        </p:spPr>
        <p:txBody>
          <a:bodyPr>
            <a:normAutofit/>
          </a:bodyPr>
          <a:lstStyle>
            <a:lvl1pPr>
              <a:defRPr sz="3500" b="1">
                <a:solidFill>
                  <a:srgbClr val="C00000"/>
                </a:solidFill>
                <a:latin typeface="Museo 300" panose="020000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961" y="1373409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Museo 300" panose="02000000000000000000" pitchFamily="50" charset="0"/>
              </a:defRPr>
            </a:lvl1pPr>
            <a:lvl2pPr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Museo 300" panose="02000000000000000000" pitchFamily="50" charset="0"/>
              </a:defRPr>
            </a:lvl2pPr>
            <a:lvl3pPr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Museo 300" panose="02000000000000000000" pitchFamily="50" charset="0"/>
              </a:defRPr>
            </a:lvl3pPr>
            <a:lvl4pPr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Museo 300" panose="02000000000000000000" pitchFamily="50" charset="0"/>
              </a:defRPr>
            </a:lvl4pPr>
            <a:lvl5pPr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Museo 300" panose="02000000000000000000" pitchFamily="50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ubtitle 2"/>
          <p:cNvSpPr txBox="1">
            <a:spLocks noChangeArrowheads="1"/>
          </p:cNvSpPr>
          <p:nvPr userDrawn="1"/>
        </p:nvSpPr>
        <p:spPr bwMode="auto">
          <a:xfrm>
            <a:off x="1790590" y="6421413"/>
            <a:ext cx="9563210" cy="187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sz="1050" b="1" dirty="0">
                <a:solidFill>
                  <a:srgbClr val="C00000"/>
                </a:solidFill>
                <a:latin typeface="Museo 300"/>
              </a:rPr>
              <a:t>An Autonomous Institution ,Affiliated to Visvesvaraya Technological University, Belagavi. Approved By AICTE, New Delhi. Recognized by UGC with 2(f) &amp; 12(B) status. Accredited by NBA and NAAC.</a:t>
            </a:r>
          </a:p>
        </p:txBody>
      </p:sp>
      <p:sp>
        <p:nvSpPr>
          <p:cNvPr id="8" name="Slide Number Placeholder 5"/>
          <p:cNvSpPr txBox="1"/>
          <p:nvPr userDrawn="1"/>
        </p:nvSpPr>
        <p:spPr>
          <a:xfrm>
            <a:off x="11069561" y="5598643"/>
            <a:ext cx="541867" cy="365125"/>
          </a:xfrm>
          <a:prstGeom prst="rect">
            <a:avLst/>
          </a:prstGeom>
        </p:spPr>
        <p:txBody>
          <a:bodyPr/>
          <a:lstStyle>
            <a:lvl1pPr defTabSz="91313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313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313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313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313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9E723E7A-D6C9-43B1-9EAA-7B8D055CBC94}" type="slidenum">
              <a:rPr lang="en-US" altLang="en-US" sz="13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en-US" altLang="en-US" sz="13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9" name="Freeform 6"/>
          <p:cNvSpPr>
            <a:spLocks noChangeAspect="1"/>
          </p:cNvSpPr>
          <p:nvPr userDrawn="1"/>
        </p:nvSpPr>
        <p:spPr bwMode="auto">
          <a:xfrm>
            <a:off x="11370733" y="6424628"/>
            <a:ext cx="821267" cy="374650"/>
          </a:xfrm>
          <a:custGeom>
            <a:avLst/>
            <a:gdLst>
              <a:gd name="T0" fmla="*/ 2147483646 w 708"/>
              <a:gd name="T1" fmla="*/ 0 h 432"/>
              <a:gd name="T2" fmla="*/ 0 w 708"/>
              <a:gd name="T3" fmla="*/ 0 h 432"/>
              <a:gd name="T4" fmla="*/ 0 w 708"/>
              <a:gd name="T5" fmla="*/ 2147483646 h 432"/>
              <a:gd name="T6" fmla="*/ 0 w 708"/>
              <a:gd name="T7" fmla="*/ 2147483646 h 432"/>
              <a:gd name="T8" fmla="*/ 2147483646 w 708"/>
              <a:gd name="T9" fmla="*/ 2147483646 h 432"/>
              <a:gd name="T10" fmla="*/ 2147483646 w 708"/>
              <a:gd name="T11" fmla="*/ 0 h 4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08" h="432">
                <a:moveTo>
                  <a:pt x="381" y="0"/>
                </a:moveTo>
                <a:lnTo>
                  <a:pt x="0" y="0"/>
                </a:lnTo>
                <a:lnTo>
                  <a:pt x="0" y="379"/>
                </a:lnTo>
                <a:lnTo>
                  <a:pt x="0" y="432"/>
                </a:lnTo>
                <a:lnTo>
                  <a:pt x="708" y="432"/>
                </a:lnTo>
                <a:lnTo>
                  <a:pt x="381" y="0"/>
                </a:lnTo>
                <a:close/>
              </a:path>
            </a:pathLst>
          </a:custGeom>
          <a:solidFill>
            <a:srgbClr val="F18B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 flipH="1" flipV="1">
            <a:off x="1794825" y="6400803"/>
            <a:ext cx="9652635" cy="2855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0" y="1"/>
            <a:ext cx="12192000" cy="50006"/>
          </a:xfrm>
          <a:prstGeom prst="rect">
            <a:avLst/>
          </a:prstGeom>
          <a:solidFill>
            <a:srgbClr val="C43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12" name="Freeform 6"/>
          <p:cNvSpPr>
            <a:spLocks noChangeAspect="1"/>
          </p:cNvSpPr>
          <p:nvPr userDrawn="1"/>
        </p:nvSpPr>
        <p:spPr bwMode="auto">
          <a:xfrm>
            <a:off x="2" y="190500"/>
            <a:ext cx="1039284" cy="476250"/>
          </a:xfrm>
          <a:custGeom>
            <a:avLst/>
            <a:gdLst>
              <a:gd name="T0" fmla="*/ 2147483646 w 708"/>
              <a:gd name="T1" fmla="*/ 0 h 432"/>
              <a:gd name="T2" fmla="*/ 0 w 708"/>
              <a:gd name="T3" fmla="*/ 0 h 432"/>
              <a:gd name="T4" fmla="*/ 0 w 708"/>
              <a:gd name="T5" fmla="*/ 2147483646 h 432"/>
              <a:gd name="T6" fmla="*/ 0 w 708"/>
              <a:gd name="T7" fmla="*/ 2147483646 h 432"/>
              <a:gd name="T8" fmla="*/ 2147483646 w 708"/>
              <a:gd name="T9" fmla="*/ 2147483646 h 432"/>
              <a:gd name="T10" fmla="*/ 2147483646 w 708"/>
              <a:gd name="T11" fmla="*/ 0 h 4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08" h="432">
                <a:moveTo>
                  <a:pt x="381" y="0"/>
                </a:moveTo>
                <a:lnTo>
                  <a:pt x="0" y="0"/>
                </a:lnTo>
                <a:lnTo>
                  <a:pt x="0" y="379"/>
                </a:lnTo>
                <a:lnTo>
                  <a:pt x="0" y="432"/>
                </a:lnTo>
                <a:lnTo>
                  <a:pt x="708" y="432"/>
                </a:lnTo>
                <a:lnTo>
                  <a:pt x="381" y="0"/>
                </a:lnTo>
                <a:close/>
              </a:path>
            </a:pathLst>
          </a:custGeom>
          <a:solidFill>
            <a:srgbClr val="F18B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Freeform 12"/>
          <p:cNvSpPr/>
          <p:nvPr userDrawn="1"/>
        </p:nvSpPr>
        <p:spPr bwMode="auto">
          <a:xfrm>
            <a:off x="766235" y="190500"/>
            <a:ext cx="905933" cy="609600"/>
          </a:xfrm>
          <a:custGeom>
            <a:avLst/>
            <a:gdLst>
              <a:gd name="T0" fmla="*/ 158 w 553"/>
              <a:gd name="T1" fmla="*/ 0 h 496"/>
              <a:gd name="T2" fmla="*/ 0 w 553"/>
              <a:gd name="T3" fmla="*/ 0 h 496"/>
              <a:gd name="T4" fmla="*/ 395 w 553"/>
              <a:gd name="T5" fmla="*/ 496 h 496"/>
              <a:gd name="T6" fmla="*/ 553 w 553"/>
              <a:gd name="T7" fmla="*/ 496 h 496"/>
              <a:gd name="T8" fmla="*/ 158 w 553"/>
              <a:gd name="T9" fmla="*/ 0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3" h="496">
                <a:moveTo>
                  <a:pt x="158" y="0"/>
                </a:moveTo>
                <a:lnTo>
                  <a:pt x="0" y="0"/>
                </a:lnTo>
                <a:lnTo>
                  <a:pt x="395" y="496"/>
                </a:lnTo>
                <a:lnTo>
                  <a:pt x="553" y="496"/>
                </a:lnTo>
                <a:lnTo>
                  <a:pt x="158" y="0"/>
                </a:lnTo>
                <a:close/>
              </a:path>
            </a:pathLst>
          </a:custGeom>
          <a:solidFill>
            <a:schemeClr val="bg1">
              <a:lumMod val="50000"/>
              <a:alpha val="40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+mn-lt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" y="6099171"/>
            <a:ext cx="1765796" cy="710487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38166" y="6441651"/>
            <a:ext cx="2743200" cy="3651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567225B-3001-4770-81AD-EA67E82D722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C95E66-549C-45F3-8760-BF16C91FE33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0AFBA8-1D03-4536-9D17-6487E477CBB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Freeform 6"/>
          <p:cNvSpPr>
            <a:spLocks noChangeAspect="1"/>
          </p:cNvSpPr>
          <p:nvPr userDrawn="1"/>
        </p:nvSpPr>
        <p:spPr bwMode="auto">
          <a:xfrm>
            <a:off x="11297845" y="6363588"/>
            <a:ext cx="821267" cy="374650"/>
          </a:xfrm>
          <a:custGeom>
            <a:avLst/>
            <a:gdLst>
              <a:gd name="T0" fmla="*/ 2147483646 w 708"/>
              <a:gd name="T1" fmla="*/ 0 h 432"/>
              <a:gd name="T2" fmla="*/ 0 w 708"/>
              <a:gd name="T3" fmla="*/ 0 h 432"/>
              <a:gd name="T4" fmla="*/ 0 w 708"/>
              <a:gd name="T5" fmla="*/ 2147483646 h 432"/>
              <a:gd name="T6" fmla="*/ 0 w 708"/>
              <a:gd name="T7" fmla="*/ 2147483646 h 432"/>
              <a:gd name="T8" fmla="*/ 2147483646 w 708"/>
              <a:gd name="T9" fmla="*/ 2147483646 h 432"/>
              <a:gd name="T10" fmla="*/ 2147483646 w 708"/>
              <a:gd name="T11" fmla="*/ 0 h 4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08" h="432">
                <a:moveTo>
                  <a:pt x="381" y="0"/>
                </a:moveTo>
                <a:lnTo>
                  <a:pt x="0" y="0"/>
                </a:lnTo>
                <a:lnTo>
                  <a:pt x="0" y="379"/>
                </a:lnTo>
                <a:lnTo>
                  <a:pt x="0" y="432"/>
                </a:lnTo>
                <a:lnTo>
                  <a:pt x="708" y="432"/>
                </a:lnTo>
                <a:lnTo>
                  <a:pt x="381" y="0"/>
                </a:lnTo>
                <a:close/>
              </a:path>
            </a:pathLst>
          </a:custGeom>
          <a:solidFill>
            <a:srgbClr val="F18B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1988235" y="6427116"/>
            <a:ext cx="927842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50" b="1" dirty="0">
                <a:solidFill>
                  <a:srgbClr val="C00000"/>
                </a:solidFill>
                <a:latin typeface="Museo 300"/>
              </a:rPr>
              <a:t>An Autonomous Institution ,Affiliated to </a:t>
            </a:r>
            <a:r>
              <a:rPr lang="en-IN" sz="1050" b="1" dirty="0" err="1">
                <a:solidFill>
                  <a:srgbClr val="C00000"/>
                </a:solidFill>
                <a:latin typeface="Museo 300"/>
              </a:rPr>
              <a:t>Visvesvaraya</a:t>
            </a:r>
            <a:r>
              <a:rPr lang="en-IN" sz="1050" b="1" dirty="0">
                <a:solidFill>
                  <a:srgbClr val="C00000"/>
                </a:solidFill>
                <a:latin typeface="Museo 300"/>
              </a:rPr>
              <a:t> Technological University, Belagavi. Approved By AICTE, New Delhi. Recognized by UGC with 2(f) &amp; 12(B) status. Accredited by NBA and NAAC.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 flipH="1" flipV="1">
            <a:off x="2133603" y="6372247"/>
            <a:ext cx="8737599" cy="25846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 userDrawn="1"/>
        </p:nvSpPr>
        <p:spPr>
          <a:xfrm>
            <a:off x="0" y="1"/>
            <a:ext cx="12192000" cy="50006"/>
          </a:xfrm>
          <a:prstGeom prst="rect">
            <a:avLst/>
          </a:prstGeom>
          <a:solidFill>
            <a:srgbClr val="C43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14" name="Freeform 6"/>
          <p:cNvSpPr>
            <a:spLocks noChangeAspect="1"/>
          </p:cNvSpPr>
          <p:nvPr userDrawn="1"/>
        </p:nvSpPr>
        <p:spPr bwMode="auto">
          <a:xfrm>
            <a:off x="2" y="190500"/>
            <a:ext cx="1039284" cy="476250"/>
          </a:xfrm>
          <a:custGeom>
            <a:avLst/>
            <a:gdLst>
              <a:gd name="T0" fmla="*/ 2147483646 w 708"/>
              <a:gd name="T1" fmla="*/ 0 h 432"/>
              <a:gd name="T2" fmla="*/ 0 w 708"/>
              <a:gd name="T3" fmla="*/ 0 h 432"/>
              <a:gd name="T4" fmla="*/ 0 w 708"/>
              <a:gd name="T5" fmla="*/ 2147483646 h 432"/>
              <a:gd name="T6" fmla="*/ 0 w 708"/>
              <a:gd name="T7" fmla="*/ 2147483646 h 432"/>
              <a:gd name="T8" fmla="*/ 2147483646 w 708"/>
              <a:gd name="T9" fmla="*/ 2147483646 h 432"/>
              <a:gd name="T10" fmla="*/ 2147483646 w 708"/>
              <a:gd name="T11" fmla="*/ 0 h 4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08" h="432">
                <a:moveTo>
                  <a:pt x="381" y="0"/>
                </a:moveTo>
                <a:lnTo>
                  <a:pt x="0" y="0"/>
                </a:lnTo>
                <a:lnTo>
                  <a:pt x="0" y="379"/>
                </a:lnTo>
                <a:lnTo>
                  <a:pt x="0" y="432"/>
                </a:lnTo>
                <a:lnTo>
                  <a:pt x="708" y="432"/>
                </a:lnTo>
                <a:lnTo>
                  <a:pt x="381" y="0"/>
                </a:lnTo>
                <a:close/>
              </a:path>
            </a:pathLst>
          </a:custGeom>
          <a:solidFill>
            <a:srgbClr val="F18B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Freeform 14"/>
          <p:cNvSpPr/>
          <p:nvPr userDrawn="1"/>
        </p:nvSpPr>
        <p:spPr bwMode="auto">
          <a:xfrm>
            <a:off x="766235" y="190500"/>
            <a:ext cx="905933" cy="609600"/>
          </a:xfrm>
          <a:custGeom>
            <a:avLst/>
            <a:gdLst>
              <a:gd name="T0" fmla="*/ 158 w 553"/>
              <a:gd name="T1" fmla="*/ 0 h 496"/>
              <a:gd name="T2" fmla="*/ 0 w 553"/>
              <a:gd name="T3" fmla="*/ 0 h 496"/>
              <a:gd name="T4" fmla="*/ 395 w 553"/>
              <a:gd name="T5" fmla="*/ 496 h 496"/>
              <a:gd name="T6" fmla="*/ 553 w 553"/>
              <a:gd name="T7" fmla="*/ 496 h 496"/>
              <a:gd name="T8" fmla="*/ 158 w 553"/>
              <a:gd name="T9" fmla="*/ 0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3" h="496">
                <a:moveTo>
                  <a:pt x="158" y="0"/>
                </a:moveTo>
                <a:lnTo>
                  <a:pt x="0" y="0"/>
                </a:lnTo>
                <a:lnTo>
                  <a:pt x="395" y="496"/>
                </a:lnTo>
                <a:lnTo>
                  <a:pt x="553" y="496"/>
                </a:lnTo>
                <a:lnTo>
                  <a:pt x="158" y="0"/>
                </a:lnTo>
                <a:close/>
              </a:path>
            </a:pathLst>
          </a:custGeom>
          <a:solidFill>
            <a:schemeClr val="bg1">
              <a:lumMod val="50000"/>
              <a:alpha val="40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+mn-lt"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421" y="6126163"/>
            <a:ext cx="1698704" cy="6834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31B365-2786-4F1C-8EDA-6FD2B746B0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5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040" y="5918200"/>
            <a:ext cx="240792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 userDrawn="1"/>
        </p:nvSpPr>
        <p:spPr>
          <a:xfrm>
            <a:off x="0" y="1"/>
            <a:ext cx="12192000" cy="50006"/>
          </a:xfrm>
          <a:prstGeom prst="rect">
            <a:avLst/>
          </a:prstGeom>
          <a:solidFill>
            <a:srgbClr val="C43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8" name="Freeform 6"/>
          <p:cNvSpPr>
            <a:spLocks noChangeAspect="1"/>
          </p:cNvSpPr>
          <p:nvPr userDrawn="1"/>
        </p:nvSpPr>
        <p:spPr bwMode="auto">
          <a:xfrm>
            <a:off x="2" y="190500"/>
            <a:ext cx="1039284" cy="476250"/>
          </a:xfrm>
          <a:custGeom>
            <a:avLst/>
            <a:gdLst>
              <a:gd name="T0" fmla="*/ 2147483646 w 708"/>
              <a:gd name="T1" fmla="*/ 0 h 432"/>
              <a:gd name="T2" fmla="*/ 0 w 708"/>
              <a:gd name="T3" fmla="*/ 0 h 432"/>
              <a:gd name="T4" fmla="*/ 0 w 708"/>
              <a:gd name="T5" fmla="*/ 2147483646 h 432"/>
              <a:gd name="T6" fmla="*/ 0 w 708"/>
              <a:gd name="T7" fmla="*/ 2147483646 h 432"/>
              <a:gd name="T8" fmla="*/ 2147483646 w 708"/>
              <a:gd name="T9" fmla="*/ 2147483646 h 432"/>
              <a:gd name="T10" fmla="*/ 2147483646 w 708"/>
              <a:gd name="T11" fmla="*/ 0 h 4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08" h="432">
                <a:moveTo>
                  <a:pt x="381" y="0"/>
                </a:moveTo>
                <a:lnTo>
                  <a:pt x="0" y="0"/>
                </a:lnTo>
                <a:lnTo>
                  <a:pt x="0" y="379"/>
                </a:lnTo>
                <a:lnTo>
                  <a:pt x="0" y="432"/>
                </a:lnTo>
                <a:lnTo>
                  <a:pt x="708" y="432"/>
                </a:lnTo>
                <a:lnTo>
                  <a:pt x="381" y="0"/>
                </a:lnTo>
                <a:close/>
              </a:path>
            </a:pathLst>
          </a:custGeom>
          <a:solidFill>
            <a:srgbClr val="F18B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Freeform 14"/>
          <p:cNvSpPr/>
          <p:nvPr userDrawn="1"/>
        </p:nvSpPr>
        <p:spPr bwMode="auto">
          <a:xfrm>
            <a:off x="766235" y="190500"/>
            <a:ext cx="905933" cy="609600"/>
          </a:xfrm>
          <a:custGeom>
            <a:avLst/>
            <a:gdLst>
              <a:gd name="T0" fmla="*/ 158 w 553"/>
              <a:gd name="T1" fmla="*/ 0 h 496"/>
              <a:gd name="T2" fmla="*/ 0 w 553"/>
              <a:gd name="T3" fmla="*/ 0 h 496"/>
              <a:gd name="T4" fmla="*/ 395 w 553"/>
              <a:gd name="T5" fmla="*/ 496 h 496"/>
              <a:gd name="T6" fmla="*/ 553 w 553"/>
              <a:gd name="T7" fmla="*/ 496 h 496"/>
              <a:gd name="T8" fmla="*/ 158 w 553"/>
              <a:gd name="T9" fmla="*/ 0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3" h="496">
                <a:moveTo>
                  <a:pt x="158" y="0"/>
                </a:moveTo>
                <a:lnTo>
                  <a:pt x="0" y="0"/>
                </a:lnTo>
                <a:lnTo>
                  <a:pt x="395" y="496"/>
                </a:lnTo>
                <a:lnTo>
                  <a:pt x="553" y="496"/>
                </a:lnTo>
                <a:lnTo>
                  <a:pt x="158" y="0"/>
                </a:lnTo>
                <a:close/>
              </a:path>
            </a:pathLst>
          </a:custGeom>
          <a:solidFill>
            <a:schemeClr val="bg1">
              <a:lumMod val="50000"/>
              <a:alpha val="40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+mn-l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6FD02F-D3CD-4E4F-800F-75D2C3ECA6E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 flipH="1">
            <a:off x="2244878" y="6400800"/>
            <a:ext cx="862632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 userDrawn="1"/>
        </p:nvSpPr>
        <p:spPr>
          <a:xfrm>
            <a:off x="1988235" y="6400800"/>
            <a:ext cx="927842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rgbClr val="C00000"/>
                </a:solidFill>
                <a:latin typeface="Museo 300"/>
              </a:rPr>
              <a:t>An Autonomous Institution ,Affiliated to </a:t>
            </a:r>
            <a:r>
              <a:rPr lang="en-IN" sz="1000" b="1" dirty="0" err="1">
                <a:solidFill>
                  <a:srgbClr val="C00000"/>
                </a:solidFill>
                <a:latin typeface="Museo 300"/>
              </a:rPr>
              <a:t>Visvesvaraya</a:t>
            </a:r>
            <a:r>
              <a:rPr lang="en-IN" sz="1000" b="1" dirty="0">
                <a:solidFill>
                  <a:srgbClr val="C00000"/>
                </a:solidFill>
                <a:latin typeface="Museo 300"/>
              </a:rPr>
              <a:t> Technological University, Belagavi. Approved By AICTE, New Delhi. Recognized by UGC with 2(f) &amp; 12(B) status. Accredited by NBA and NAAC.</a:t>
            </a:r>
          </a:p>
        </p:txBody>
      </p:sp>
      <p:sp>
        <p:nvSpPr>
          <p:cNvPr id="7" name="Freeform 6"/>
          <p:cNvSpPr>
            <a:spLocks noChangeAspect="1"/>
          </p:cNvSpPr>
          <p:nvPr userDrawn="1"/>
        </p:nvSpPr>
        <p:spPr bwMode="auto">
          <a:xfrm>
            <a:off x="11348781" y="6400800"/>
            <a:ext cx="821267" cy="374650"/>
          </a:xfrm>
          <a:custGeom>
            <a:avLst/>
            <a:gdLst>
              <a:gd name="T0" fmla="*/ 2147483646 w 708"/>
              <a:gd name="T1" fmla="*/ 0 h 432"/>
              <a:gd name="T2" fmla="*/ 0 w 708"/>
              <a:gd name="T3" fmla="*/ 0 h 432"/>
              <a:gd name="T4" fmla="*/ 0 w 708"/>
              <a:gd name="T5" fmla="*/ 2147483646 h 432"/>
              <a:gd name="T6" fmla="*/ 0 w 708"/>
              <a:gd name="T7" fmla="*/ 2147483646 h 432"/>
              <a:gd name="T8" fmla="*/ 2147483646 w 708"/>
              <a:gd name="T9" fmla="*/ 2147483646 h 432"/>
              <a:gd name="T10" fmla="*/ 2147483646 w 708"/>
              <a:gd name="T11" fmla="*/ 0 h 4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08" h="432">
                <a:moveTo>
                  <a:pt x="381" y="0"/>
                </a:moveTo>
                <a:lnTo>
                  <a:pt x="0" y="0"/>
                </a:lnTo>
                <a:lnTo>
                  <a:pt x="0" y="379"/>
                </a:lnTo>
                <a:lnTo>
                  <a:pt x="0" y="432"/>
                </a:lnTo>
                <a:lnTo>
                  <a:pt x="708" y="432"/>
                </a:lnTo>
                <a:lnTo>
                  <a:pt x="381" y="0"/>
                </a:lnTo>
                <a:close/>
              </a:path>
            </a:pathLst>
          </a:custGeom>
          <a:solidFill>
            <a:srgbClr val="F18B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1"/>
            <a:ext cx="12192000" cy="50006"/>
          </a:xfrm>
          <a:prstGeom prst="rect">
            <a:avLst/>
          </a:prstGeom>
          <a:solidFill>
            <a:srgbClr val="C43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9" name="Freeform 6"/>
          <p:cNvSpPr>
            <a:spLocks noChangeAspect="1"/>
          </p:cNvSpPr>
          <p:nvPr userDrawn="1"/>
        </p:nvSpPr>
        <p:spPr bwMode="auto">
          <a:xfrm>
            <a:off x="2" y="190500"/>
            <a:ext cx="1039284" cy="476250"/>
          </a:xfrm>
          <a:custGeom>
            <a:avLst/>
            <a:gdLst>
              <a:gd name="T0" fmla="*/ 2147483646 w 708"/>
              <a:gd name="T1" fmla="*/ 0 h 432"/>
              <a:gd name="T2" fmla="*/ 0 w 708"/>
              <a:gd name="T3" fmla="*/ 0 h 432"/>
              <a:gd name="T4" fmla="*/ 0 w 708"/>
              <a:gd name="T5" fmla="*/ 2147483646 h 432"/>
              <a:gd name="T6" fmla="*/ 0 w 708"/>
              <a:gd name="T7" fmla="*/ 2147483646 h 432"/>
              <a:gd name="T8" fmla="*/ 2147483646 w 708"/>
              <a:gd name="T9" fmla="*/ 2147483646 h 432"/>
              <a:gd name="T10" fmla="*/ 2147483646 w 708"/>
              <a:gd name="T11" fmla="*/ 0 h 43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08" h="432">
                <a:moveTo>
                  <a:pt x="381" y="0"/>
                </a:moveTo>
                <a:lnTo>
                  <a:pt x="0" y="0"/>
                </a:lnTo>
                <a:lnTo>
                  <a:pt x="0" y="379"/>
                </a:lnTo>
                <a:lnTo>
                  <a:pt x="0" y="432"/>
                </a:lnTo>
                <a:lnTo>
                  <a:pt x="708" y="432"/>
                </a:lnTo>
                <a:lnTo>
                  <a:pt x="381" y="0"/>
                </a:lnTo>
                <a:close/>
              </a:path>
            </a:pathLst>
          </a:custGeom>
          <a:solidFill>
            <a:srgbClr val="F18B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14"/>
          <p:cNvSpPr/>
          <p:nvPr userDrawn="1"/>
        </p:nvSpPr>
        <p:spPr bwMode="auto">
          <a:xfrm>
            <a:off x="766235" y="190500"/>
            <a:ext cx="905933" cy="609600"/>
          </a:xfrm>
          <a:custGeom>
            <a:avLst/>
            <a:gdLst>
              <a:gd name="T0" fmla="*/ 158 w 553"/>
              <a:gd name="T1" fmla="*/ 0 h 496"/>
              <a:gd name="T2" fmla="*/ 0 w 553"/>
              <a:gd name="T3" fmla="*/ 0 h 496"/>
              <a:gd name="T4" fmla="*/ 395 w 553"/>
              <a:gd name="T5" fmla="*/ 496 h 496"/>
              <a:gd name="T6" fmla="*/ 553 w 553"/>
              <a:gd name="T7" fmla="*/ 496 h 496"/>
              <a:gd name="T8" fmla="*/ 158 w 553"/>
              <a:gd name="T9" fmla="*/ 0 h 4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53" h="496">
                <a:moveTo>
                  <a:pt x="158" y="0"/>
                </a:moveTo>
                <a:lnTo>
                  <a:pt x="0" y="0"/>
                </a:lnTo>
                <a:lnTo>
                  <a:pt x="395" y="496"/>
                </a:lnTo>
                <a:lnTo>
                  <a:pt x="553" y="496"/>
                </a:lnTo>
                <a:lnTo>
                  <a:pt x="158" y="0"/>
                </a:lnTo>
                <a:close/>
              </a:path>
            </a:pathLst>
          </a:custGeom>
          <a:solidFill>
            <a:schemeClr val="bg1">
              <a:lumMod val="50000"/>
              <a:alpha val="40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+mn-lt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13" y="6085431"/>
            <a:ext cx="1744061" cy="7017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75708D-340D-43AA-B254-1DB4180647C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8C3591-FF6B-435A-AE90-3407BB23159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7BD7C0-F0D3-4E33-A2A5-81F6DA40492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897BF3-1834-4A3C-9AA3-D53EBE05A2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1C53C67-9027-4435-B66D-757D18D779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1C53C67-9027-4435-B66D-757D18D779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2"/>
          <p:cNvSpPr txBox="1">
            <a:spLocks noChangeArrowheads="1"/>
          </p:cNvSpPr>
          <p:nvPr/>
        </p:nvSpPr>
        <p:spPr bwMode="auto">
          <a:xfrm>
            <a:off x="3278949" y="1061442"/>
            <a:ext cx="512206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>
              <a:spcAft>
                <a:spcPct val="0"/>
              </a:spcAft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altLang="en-US" sz="1350">
              <a:solidFill>
                <a:prstClr val="black"/>
              </a:solidFill>
            </a:endParaRPr>
          </a:p>
        </p:txBody>
      </p:sp>
      <p:sp>
        <p:nvSpPr>
          <p:cNvPr id="7" name="Subtitle 2"/>
          <p:cNvSpPr txBox="1">
            <a:spLocks noChangeArrowheads="1"/>
          </p:cNvSpPr>
          <p:nvPr/>
        </p:nvSpPr>
        <p:spPr bwMode="auto">
          <a:xfrm>
            <a:off x="1324347" y="6476999"/>
            <a:ext cx="10181853" cy="355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IN" sz="1050" b="1" dirty="0">
                <a:solidFill>
                  <a:srgbClr val="C00000"/>
                </a:solidFill>
                <a:latin typeface="Museo 300"/>
              </a:rPr>
              <a:t>An Autonomous Institution ,Affiliated to Visvesvaraya Technological University, Belagavi. Approved By AICTE, New Delhi. Recognized by UGC with 2(f) &amp; 12(B) status. Accredited by NBA and NAAC.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469" y="-685800"/>
            <a:ext cx="5653293" cy="2460980"/>
          </a:xfrm>
          <a:prstGeom prst="rect">
            <a:avLst/>
          </a:prstGeom>
        </p:spPr>
      </p:pic>
      <p:sp>
        <p:nvSpPr>
          <p:cNvPr id="14" name="Google Shape;151;p27"/>
          <p:cNvSpPr/>
          <p:nvPr/>
        </p:nvSpPr>
        <p:spPr>
          <a:xfrm>
            <a:off x="4194527" y="1373934"/>
            <a:ext cx="4042606" cy="1172233"/>
          </a:xfrm>
          <a:custGeom>
            <a:avLst/>
            <a:gdLst/>
            <a:ahLst/>
            <a:cxnLst/>
            <a:rect l="l" t="t" r="r" b="b"/>
            <a:pathLst>
              <a:path w="4583" h="727" extrusionOk="0">
                <a:moveTo>
                  <a:pt x="0" y="0"/>
                </a:moveTo>
                <a:lnTo>
                  <a:pt x="0" y="727"/>
                </a:lnTo>
                <a:lnTo>
                  <a:pt x="4583" y="727"/>
                </a:lnTo>
                <a:lnTo>
                  <a:pt x="4028" y="0"/>
                </a:lnTo>
                <a:lnTo>
                  <a:pt x="0" y="0"/>
                </a:lnTo>
                <a:close/>
              </a:path>
            </a:pathLst>
          </a:custGeom>
          <a:solidFill>
            <a:srgbClr val="F18B17">
              <a:alpha val="84705"/>
            </a:srgbClr>
          </a:solidFill>
          <a:ln>
            <a:noFill/>
          </a:ln>
        </p:spPr>
        <p:txBody>
          <a:bodyPr spcFirstLastPara="1" wrap="square" lIns="59400" tIns="29681" rIns="59400" bIns="29681" anchor="t" anchorCtr="0">
            <a:noAutofit/>
          </a:bodyPr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E7E6E6"/>
                </a:solidFill>
                <a:latin typeface="Museo 300" panose="02000000000000000000" pitchFamily="50" charset="0"/>
                <a:sym typeface="Arial" panose="020B0604020202020204"/>
              </a:rPr>
              <a:t>An Autonomous Institute</a:t>
            </a:r>
            <a:endParaRPr sz="1400" dirty="0">
              <a:solidFill>
                <a:prstClr val="black"/>
              </a:solidFill>
              <a:latin typeface="Museo 300" panose="02000000000000000000" pitchFamily="50" charset="0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E7E6E6"/>
                </a:solidFill>
                <a:latin typeface="Museo 300" panose="02000000000000000000" pitchFamily="50" charset="0"/>
                <a:sym typeface="Arial" panose="020B0604020202020204"/>
              </a:rPr>
              <a:t>Affiliated to VTU, Belagavi,</a:t>
            </a:r>
            <a:endParaRPr sz="1400" b="1" dirty="0">
              <a:solidFill>
                <a:srgbClr val="E7E6E6"/>
              </a:solidFill>
              <a:latin typeface="Museo 300" panose="02000000000000000000" pitchFamily="50" charset="0"/>
              <a:sym typeface="Arial" panose="020B060402020202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E7E6E6"/>
                </a:solidFill>
                <a:latin typeface="Museo 300" panose="02000000000000000000" pitchFamily="50" charset="0"/>
                <a:sym typeface="Arial" panose="020B0604020202020204"/>
              </a:rPr>
              <a:t>Approved by AICTE, New Delhi,</a:t>
            </a:r>
            <a:endParaRPr sz="1400" b="1" dirty="0">
              <a:solidFill>
                <a:srgbClr val="E7E6E6"/>
              </a:solidFill>
              <a:latin typeface="Museo 300" panose="02000000000000000000" pitchFamily="50" charset="0"/>
              <a:sym typeface="Arial" panose="020B060402020202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E7E6E6"/>
                </a:solidFill>
                <a:latin typeface="Museo 300" panose="02000000000000000000" pitchFamily="50" charset="0"/>
                <a:sym typeface="Arial" panose="020B0604020202020204"/>
              </a:rPr>
              <a:t>Recognized by UGC with 2(f) &amp; 12(B)</a:t>
            </a:r>
            <a:endParaRPr sz="1400" b="1" dirty="0">
              <a:solidFill>
                <a:srgbClr val="E7E6E6"/>
              </a:solidFill>
              <a:latin typeface="Museo 300" panose="02000000000000000000" pitchFamily="50" charset="0"/>
              <a:sym typeface="Arial" panose="020B0604020202020204"/>
            </a:endParaRPr>
          </a:p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E7E6E6"/>
                </a:solidFill>
                <a:latin typeface="Museo 300" panose="02000000000000000000" pitchFamily="50" charset="0"/>
                <a:sym typeface="Arial" panose="020B0604020202020204"/>
              </a:rPr>
              <a:t>Accredited by NBA &amp; NAAC</a:t>
            </a:r>
            <a:endParaRPr sz="1400" dirty="0">
              <a:solidFill>
                <a:prstClr val="black"/>
              </a:solidFill>
              <a:latin typeface="Museo 300" panose="02000000000000000000" pitchFamily="50" charset="0"/>
            </a:endParaRPr>
          </a:p>
        </p:txBody>
      </p:sp>
      <p:sp>
        <p:nvSpPr>
          <p:cNvPr id="15" name="Google Shape;149;p27"/>
          <p:cNvSpPr/>
          <p:nvPr/>
        </p:nvSpPr>
        <p:spPr>
          <a:xfrm>
            <a:off x="0" y="2574742"/>
            <a:ext cx="12192000" cy="3131270"/>
          </a:xfrm>
          <a:custGeom>
            <a:avLst/>
            <a:gdLst/>
            <a:ahLst/>
            <a:cxnLst/>
            <a:rect l="l" t="t" r="r" b="b"/>
            <a:pathLst>
              <a:path w="4583" h="727" extrusionOk="0">
                <a:moveTo>
                  <a:pt x="0" y="0"/>
                </a:moveTo>
                <a:lnTo>
                  <a:pt x="0" y="727"/>
                </a:lnTo>
                <a:lnTo>
                  <a:pt x="4583" y="727"/>
                </a:lnTo>
                <a:lnTo>
                  <a:pt x="4028" y="0"/>
                </a:lnTo>
                <a:lnTo>
                  <a:pt x="0" y="0"/>
                </a:lnTo>
                <a:close/>
              </a:path>
            </a:pathLst>
          </a:custGeom>
          <a:solidFill>
            <a:srgbClr val="F18B17">
              <a:alpha val="84705"/>
            </a:srgbClr>
          </a:solidFill>
          <a:ln>
            <a:noFill/>
          </a:ln>
        </p:spPr>
        <p:txBody>
          <a:bodyPr spcFirstLastPara="1" wrap="square" lIns="59400" tIns="29681" rIns="59400" bIns="29681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ECOVISION – AN AI POWERED WASTE DETECTION SYSTEM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CADET CORPS – MVJ22A6YY3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altLang="en-IN" sz="28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ANANYA KAMATH S - 1MJ23IS006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altLang="en-IN" sz="28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HEMA SATHVIKA V - 1MJ23IS027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altLang="en-IN" sz="28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RISHIKESH TALE - 1MJ23IS064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altLang="en-IN" sz="2800" b="1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POOJA R -1MJ23CH009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21756"/>
            <a:ext cx="1324347" cy="7104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7DE9C8-6783-BDE0-5FAE-509D72B1D6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237" y="3424237"/>
            <a:ext cx="9526" cy="95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99456" y="1412776"/>
            <a:ext cx="7704856" cy="4351338"/>
          </a:xfrm>
        </p:spPr>
        <p:txBody>
          <a:bodyPr numCol="2"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 USED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6FD02F-D3CD-4E4F-800F-75D2C3ECA6E5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E5D3D-C589-A7E2-437D-7536E8A21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882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F1363-6BDA-FCBC-66D7-4CDD3054D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961" y="1373409"/>
            <a:ext cx="4173887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management is a major environmental issue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sorting is slow and error-prone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Improper segregation reduces recycling efficiency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can automate waste classification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EcoVision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smart solution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953AF-F899-6727-8FBF-63C8EE532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67225B-3001-4770-81AD-EA67E82D7225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7D08BD-4A72-C4FE-F095-D713B00C5B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49" r="19287" b="7255"/>
          <a:stretch>
            <a:fillRect/>
          </a:stretch>
        </p:blipFill>
        <p:spPr>
          <a:xfrm>
            <a:off x="4943872" y="1373409"/>
            <a:ext cx="7061988" cy="45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351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71982" y="77335"/>
            <a:ext cx="4284258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6FD02F-D3CD-4E4F-800F-75D2C3ECA6E5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8C32F8-F7BD-8EF1-D97E-F33A5DF38D97}"/>
              </a:ext>
            </a:extLst>
          </p:cNvPr>
          <p:cNvSpPr txBox="1"/>
          <p:nvPr/>
        </p:nvSpPr>
        <p:spPr>
          <a:xfrm>
            <a:off x="1055440" y="1484784"/>
            <a:ext cx="7200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Waste Segregation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classification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Reusability scoring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Edge-based implementation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waste management</a:t>
            </a:r>
          </a:p>
        </p:txBody>
      </p:sp>
    </p:spTree>
    <p:extLst>
      <p:ext uri="{BB962C8B-B14F-4D97-AF65-F5344CB8AC3E}">
        <p14:creationId xmlns:p14="http://schemas.microsoft.com/office/powerpoint/2010/main" val="3549814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10111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6FD02F-D3CD-4E4F-800F-75D2C3ECA6E5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6" name="Picture 5" descr="A diagram of a computer&#10;&#10;AI-generated content may be incorrect.">
            <a:extLst>
              <a:ext uri="{FF2B5EF4-FFF2-40B4-BE49-F238E27FC236}">
                <a16:creationId xmlns:a16="http://schemas.microsoft.com/office/drawing/2014/main" id="{EFBE684B-8889-C09F-E7A3-DF2D4C2B65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42" b="25597"/>
          <a:stretch>
            <a:fillRect/>
          </a:stretch>
        </p:blipFill>
        <p:spPr bwMode="auto">
          <a:xfrm>
            <a:off x="6006602" y="1196752"/>
            <a:ext cx="6185398" cy="51424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5C5AD7-B5FF-7DB7-3988-E71DC695E97F}"/>
              </a:ext>
            </a:extLst>
          </p:cNvPr>
          <p:cNvSpPr txBox="1"/>
          <p:nvPr/>
        </p:nvSpPr>
        <p:spPr>
          <a:xfrm>
            <a:off x="838200" y="1268760"/>
            <a:ext cx="590465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Data Collection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 2: Data Preprocessing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Model Selection &amp; Training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Waste Detection &amp; Classification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Reusability Score Calculation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 6: Edge Deployment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 7: Output &amp; Smart Sorting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032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2EDE9-D0FB-B1E7-EF54-610BC4787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48B68E-F684-7E3F-EC75-575089F1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6FD02F-D3CD-4E4F-800F-75D2C3ECA6E5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81991B9-394A-BC29-C4AC-8720678B3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5720" y="51224"/>
            <a:ext cx="5112568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742BB77-D16B-68F8-0F0A-D002E486F1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9416" y="1376787"/>
            <a:ext cx="676875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Python + OpenCV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YOLO model for object detection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processed in real-time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Bounding boxes generated </a:t>
            </a:r>
          </a:p>
        </p:txBody>
      </p:sp>
    </p:spTree>
    <p:extLst>
      <p:ext uri="{BB962C8B-B14F-4D97-AF65-F5344CB8AC3E}">
        <p14:creationId xmlns:p14="http://schemas.microsoft.com/office/powerpoint/2010/main" val="4141747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0BCFAE-C739-4247-EB93-9C233C2F0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6FD02F-D3CD-4E4F-800F-75D2C3ECA6E5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D694C-D4D5-E838-8E0F-B38488E2351D}"/>
              </a:ext>
            </a:extLst>
          </p:cNvPr>
          <p:cNvSpPr txBox="1"/>
          <p:nvPr/>
        </p:nvSpPr>
        <p:spPr>
          <a:xfrm>
            <a:off x="3949707" y="476672"/>
            <a:ext cx="4292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01FC6E-DFF6-B865-506C-D7C8DFF1BED5}"/>
              </a:ext>
            </a:extLst>
          </p:cNvPr>
          <p:cNvSpPr txBox="1"/>
          <p:nvPr/>
        </p:nvSpPr>
        <p:spPr>
          <a:xfrm>
            <a:off x="1415480" y="1340768"/>
            <a:ext cx="609432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089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04C1-BA57-0CA3-0764-6E3E89956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899" y="94873"/>
            <a:ext cx="4330202" cy="59782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D7D5B-1F54-6A2A-C0A2-A27CD2B4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67225B-3001-4770-81AD-EA67E82D7225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EF7423-BCE9-B6C8-2BFE-CD0730AA2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8" y="634888"/>
            <a:ext cx="5631122" cy="31182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CFC7D5-12EF-3142-CA56-E68B1AF96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968" y="2780928"/>
            <a:ext cx="6327154" cy="332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946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B5501-B088-CCD9-1A3D-97C7C422E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67225B-3001-4770-81AD-EA67E82D7225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6B722B-8183-5CF6-11F8-CDBCB7CDC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2" y="188640"/>
            <a:ext cx="7344816" cy="2880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EA4939-9F63-C9BE-21D6-629C1C839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52" y="3390569"/>
            <a:ext cx="7344816" cy="3030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394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A4CD-A078-9F64-02A5-E15B582FA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616" y="65610"/>
            <a:ext cx="7625558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0FAAD-0F5A-B37B-0D2D-D303B27BE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67225B-3001-4770-81AD-EA67E82D7225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9F32859-B104-DFA2-F8AF-4BD2004DC7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7448" y="1136359"/>
            <a:ext cx="702468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system for smart waste segregation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real-time detection using YOLO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human effort and errors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recycling efficiency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sustainable and smart city solutions </a:t>
            </a:r>
          </a:p>
        </p:txBody>
      </p:sp>
    </p:spTree>
    <p:extLst>
      <p:ext uri="{BB962C8B-B14F-4D97-AF65-F5344CB8AC3E}">
        <p14:creationId xmlns:p14="http://schemas.microsoft.com/office/powerpoint/2010/main" val="437475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960" y="1373409"/>
            <a:ext cx="10798623" cy="43513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en-IN" sz="5400" b="1" dirty="0"/>
          </a:p>
          <a:p>
            <a:pPr marL="0" indent="0" algn="ctr">
              <a:buNone/>
            </a:pPr>
            <a:r>
              <a:rPr lang="en-IN" sz="13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67225B-3001-4770-81AD-EA67E82D7225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277</Words>
  <Application>Microsoft Office PowerPoint</Application>
  <PresentationFormat>Widescreen</PresentationFormat>
  <Paragraphs>88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Museo 300</vt:lpstr>
      <vt:lpstr>Times New Roman</vt:lpstr>
      <vt:lpstr>Wingdings</vt:lpstr>
      <vt:lpstr>1_Office Theme</vt:lpstr>
      <vt:lpstr>Office Theme</vt:lpstr>
      <vt:lpstr>PowerPoint Presentation</vt:lpstr>
      <vt:lpstr>CONTENTS</vt:lpstr>
      <vt:lpstr>INTRODUCTION</vt:lpstr>
      <vt:lpstr>OBJECTIVES</vt:lpstr>
      <vt:lpstr>METHODOLOGY</vt:lpstr>
      <vt:lpstr>WORKING PROCESS</vt:lpstr>
      <vt:lpstr>PowerPoint Presentation</vt:lpstr>
      <vt:lpstr>RESULTS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infosys</dc:creator>
  <cp:lastModifiedBy>lifeofteen123@outlook.com</cp:lastModifiedBy>
  <cp:revision>857</cp:revision>
  <cp:lastPrinted>2022-05-04T15:07:00Z</cp:lastPrinted>
  <dcterms:created xsi:type="dcterms:W3CDTF">2014-08-08T05:56:00Z</dcterms:created>
  <dcterms:modified xsi:type="dcterms:W3CDTF">2026-04-22T08:19:53Z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1033-12.2.0.13489</vt:lpwstr>
  </property>
  <property fmtid="{D5CDD505-2E9C-101B-9397-08002B2CF9AE}" pid="3" name="ICV">
    <vt:lpwstr>DEAC416AD0964813A5829ACCB829816D_13</vt:lpwstr>
  </property>
</Properties>
</file>